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7132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Passez des rondes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papier à une ronde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s'exploite.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640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WhatsApp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contexte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280160"/>
            <a:ext cx="457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3816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2286000"/>
            <a:ext cx="3840480" cy="18288"/>
          </a:xfrm>
          <a:prstGeom prst="rect">
            <a:avLst/>
          </a:prstGeom>
          <a:solidFill>
            <a:srgbClr val="2E26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 et appels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coordonner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3291840"/>
            <a:ext cx="457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groupe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297680"/>
            <a:ext cx="3840480" cy="18288"/>
          </a:xfrm>
          <a:prstGeom prst="rect">
            <a:avLst/>
          </a:prstGeom>
          <a:solidFill>
            <a:srgbClr val="2E26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4663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GMAO sous-utilisée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trop complexe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5303520"/>
            <a:ext cx="457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5486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terrain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fiabilisées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CONSTAT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1143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équipes terrain gèrent au quotidien via WhatsApp et cahiers.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outils GMAO, trop complexes, restent sous-utilisés — et donc peu alimentés.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94960" cy="411480"/>
          </a:xfrm>
          <a:prstGeom prst="rect">
            <a:avLst/>
          </a:prstGeom>
          <a:solidFill>
            <a:srgbClr val="3A2E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2103120"/>
            <a:ext cx="56692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2103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GenTrack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5877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Rondes photos WhatsApp sans contexte ni structure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514600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587752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Rondes guidées, structurées, données enregistrées automatiquement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539496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246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incertain, impossible à prouver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3172968"/>
            <a:ext cx="566928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24612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horodatés à la minute — traçables et vérifiables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90448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manuels sans synthèse ni analyse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831336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904488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 mensuel généré automatiquement + dashboard groupe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489704"/>
            <a:ext cx="539496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56285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pour savoir "si ça va" sur chaque site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4489704"/>
            <a:ext cx="566928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456285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de tous vos sites en un clic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148072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52212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terrain non exploitables par la direction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5148072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5221224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basées sur des faits — pas des ressentis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solidFill>
            <a:srgbClr val="F0E8D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9070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manque de données terrain génère des coûts d'exploitation importants : pannes non anticipées,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sans historique, budget maintenance construit à l'estime.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interfaces.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logique.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11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terrain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WhatsApp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71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technicien tape "saisie". Le bot guide équipement par équipement — horodaté, structuré. En 3 à 5 min depuis son téléphone.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2176272"/>
            <a:ext cx="1371600" cy="23591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43400" y="2011680"/>
            <a:ext cx="3611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201168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07992" y="21762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Technique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07992" y="292608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en temps réel des rondes, pannes actives et alertes sur seuil. Notifications WhatsApp immédiates. Il gère les urgences, pas l'information.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0" y="2011680"/>
            <a:ext cx="3611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0" y="201168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94192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Technique &amp; DG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394192" y="2971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multi-sites consolidée : conformité, scoring, MTTR groupe. Rapport PDF mensuel automatique. Des données terrain transformées en décisions.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176272"/>
            <a:ext cx="1371600" cy="23591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7200" y="4846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chacun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5230368"/>
            <a:ext cx="2743200" cy="1481328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94360" y="5321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terrain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" y="5669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ronde guidée, pas de formulaire. Il sait quoi vérifier et dans quel ordre. Sa journée commence bien.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383280" y="5230368"/>
            <a:ext cx="2743200" cy="1481328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520440" y="5321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Technique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3520440" y="5669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l'alerte dès qu'un seuil est franchi. Il gère les urgences, pas l'information.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309360" y="5230368"/>
            <a:ext cx="2743200" cy="1481328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446520" y="5321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Technique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5669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pour piloter tous ses sites. Il répond à la DG avec des chiffres, pas des impressions.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9235440" y="5230368"/>
            <a:ext cx="2743200" cy="1481328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372600" y="5321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Générale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372600" y="56692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mensuel automatique. Les coûts de maintenance qui deviennent prévisibles.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minutes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voir comment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 s'adapte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votre contexte.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46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démo personnalisée — vos types d'équipements,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problématiques, vos questions.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5852160"/>
            <a:ext cx="5120640" cy="777240"/>
          </a:xfrm>
          <a:prstGeom prst="rect">
            <a:avLst/>
          </a:prstGeom>
          <a:solidFill>
            <a:srgbClr val="221C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907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 Tchinda · Fondateur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36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wilfried.gtm@gmail.com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fait pendant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 30 minutes :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5394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présentez vos équipements critiques et vos contraintes terrain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980944"/>
            <a:ext cx="5394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07238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simule une ronde WhatsApp avec vos types d'équipements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087368"/>
            <a:ext cx="5394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1788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montre à quoi ressemble votre dashboard et vos alertes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5193792"/>
            <a:ext cx="5394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52852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évalue ensemble combien de temps ça prend à mettre en place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6309360"/>
            <a:ext cx="5394960" cy="18288"/>
          </a:xfrm>
          <a:prstGeom prst="rect">
            <a:avLst/>
          </a:prstGeom>
          <a:solidFill>
            <a:srgbClr val="DDD5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5961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nous utilisent déjà</a:t>
            </a:r>
            <a:endParaRPr lang="en-US" sz="9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6144768"/>
            <a:ext cx="1645920" cy="566928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6144768"/>
            <a:ext cx="1645920" cy="566928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144768"/>
            <a:ext cx="164592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2026-09-23T16:01:03Z</dcterms:created>
  <dcterms:modified xsi:type="dcterms:W3CDTF">2026-09-23T16:01:03Z</dcterms:modified>
</cp:coreProperties>
</file>