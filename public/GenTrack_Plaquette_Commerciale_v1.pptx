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487168" y="502920"/>
            <a:ext cx="91440" cy="914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28016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7223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maintenance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hôtelière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coûte cher.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5778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 structure vos données techniques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décider — pas pour subir.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×5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417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d'une panne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anticipée vs.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contrôle préventif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2331720"/>
            <a:ext cx="374904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2651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DT perdu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reporting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coordination manuelle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4343400"/>
            <a:ext cx="3749040" cy="18288"/>
          </a:xfrm>
          <a:prstGeom prst="rect">
            <a:avLst/>
          </a:prstGeom>
          <a:solidFill>
            <a:srgbClr val="2E26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4663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5440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Pannes anticipées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données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structurées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PROBLÈME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cache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maintenance curative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377440"/>
            <a:ext cx="3611880" cy="64008"/>
          </a:xfrm>
          <a:prstGeom prst="rect">
            <a:avLst/>
          </a:prstGeom>
          <a:solidFill>
            <a:srgbClr val="C240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à 5×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d'une panne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anticipée vs. préventive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2377440"/>
            <a:ext cx="3611880" cy="64008"/>
          </a:xfrm>
          <a:prstGeom prst="rect">
            <a:avLst/>
          </a:prstGeom>
          <a:solidFill>
            <a:srgbClr val="C240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514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6–24h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2461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panne générateur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traçabilité technique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2377440"/>
            <a:ext cx="3611880" cy="64008"/>
          </a:xfrm>
          <a:prstGeom prst="rect">
            <a:avLst/>
          </a:prstGeom>
          <a:solidFill>
            <a:srgbClr val="C240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5146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2461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perdus par incident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froide (stock + intervention)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47120" cy="210312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537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coût que personne ne mesure : l'absence de données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109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Décisions sans historique équipement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68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Contrats maintenance non négociables faute de données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253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Budget capex sans MTBF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50109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Performance équipes non mesurable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4681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 à 40% du temps DT = reporting manuel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9253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Vision groupe impossible sans appeler chaque site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interfaces.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seule logique.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formation lourde · Zéro application imposée · Zéro double saisie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33472"/>
            <a:ext cx="658368" cy="658368"/>
          </a:xfrm>
          <a:prstGeom prst="ellipse">
            <a:avLst/>
          </a:prstGeom>
          <a:solidFill>
            <a:srgbClr val="F0E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615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417320" y="2715768"/>
            <a:ext cx="1188720" cy="256032"/>
          </a:xfrm>
          <a:prstGeom prst="rect">
            <a:avLst/>
          </a:prstGeom>
          <a:solidFill>
            <a:srgbClr val="3DAB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2715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015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Rondes terrain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WhatsApp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79392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technicien tape "saisie". Le bot guide équipement par équipement et enregistre tout en base de données. En 3 minutes, depuis son téléphone. Sans former qui que ce soit.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6263640"/>
            <a:ext cx="3611880" cy="32004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6291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formation · Zéro application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246888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633472"/>
            <a:ext cx="658368" cy="658368"/>
          </a:xfrm>
          <a:prstGeom prst="ellipse">
            <a:avLst/>
          </a:prstGeom>
          <a:solidFill>
            <a:srgbClr val="F0E8D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26280" y="2615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303520" y="2715768"/>
            <a:ext cx="1188720" cy="256032"/>
          </a:xfrm>
          <a:prstGeom prst="rect">
            <a:avLst/>
          </a:prstGeom>
          <a:solidFill>
            <a:srgbClr val="3DAB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3520" y="2715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4015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multi-sites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 Technique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279392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groupe : conformité des rondes, pannes actives, scoring par hôtel. Une seule page pour piloter l'ensemble du parc — sans appeler ni convoquer personne.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6263640"/>
            <a:ext cx="3611880" cy="32004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6291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groupe · Temps réel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246888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633472"/>
            <a:ext cx="658368" cy="658368"/>
          </a:xfrm>
          <a:prstGeom prst="ellipse">
            <a:avLst/>
          </a:prstGeom>
          <a:solidFill>
            <a:srgbClr val="F0E8D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12480" y="26151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89720" y="2715768"/>
            <a:ext cx="1188720" cy="256032"/>
          </a:xfrm>
          <a:prstGeom prst="rect">
            <a:avLst/>
          </a:prstGeom>
          <a:solidFill>
            <a:srgbClr val="3DAB6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89720" y="2715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4015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PDF mensuel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 &amp; MTBF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279392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généré en un clic depuis le dashboard : KPIs par site, MTTR moyen, référentiel de normes, comparatif multi-sites. Prêt pour la Direction Générale.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6263640"/>
            <a:ext cx="3611880" cy="32004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12480" y="6291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→ Décisions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LA PREUVE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Déjà en production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trois hôtels.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résultats mesurés, pas des promesses.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23160"/>
            <a:ext cx="3611880" cy="64008"/>
          </a:xfrm>
          <a:prstGeom prst="rect">
            <a:avLst/>
          </a:prstGeom>
          <a:solidFill>
            <a:srgbClr val="3DAB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78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Azalaï Hôtel Dakar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Azalaï · Sénégal 🇸🇳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A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rondes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A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tracés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5262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30 jours validé. La Direction Technique groupe valide la solution et propose le déploiement progressif sur l'ensemble des 11 hôtels du groupe en 2027.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24231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242316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6280" y="2578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Pullman Dakar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Accor · Sénégal 🇸🇳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déployé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6364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A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actives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5262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signalement QR Code déployé. Tout le personnel — réceptionniste, cuisinier, agent d'entretien — peut signaler une anomalie en 30 secondes.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0" y="24231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423160"/>
            <a:ext cx="3611880" cy="640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0" y="25786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Noom Hôtel Abidjan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0" y="2999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Mangalis · Côte d'Ivoire 🇨🇮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1248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hors Sénégal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149840" y="3410712"/>
            <a:ext cx="1508760" cy="960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49840" y="34564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A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39776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Rondes actives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412480" y="452628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déploiement en Côte d'Ivoire. Preuve de la transférabilité du modèle à l'échelle régionale, sans friction opérationnelle.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DÉPLOIEMENT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déploiement progressif,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risque.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commence par un site. On prouve. On étend. Pas de refonte, pas de formation lourde, pas d'engagement groupe d'emblée.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611880" cy="4023360"/>
          </a:xfrm>
          <a:prstGeom prst="rect">
            <a:avLst/>
          </a:prstGeom>
          <a:solidFill>
            <a:srgbClr val="1A1411"/>
          </a:solidFill>
          <a:ln w="12700">
            <a:solidFill>
              <a:srgbClr val="1A14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site · 30 jours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Configuration équipements du site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818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Onboarding technicien (&lt; 1h)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321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Rondes WhatsApp actives dès J+1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24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Rapport bilan à J+30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56032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validation DT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Calibration des indicateurs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818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Ajout d'équipements spécifiques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5321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résultats avec DT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824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Feuille de route groupe définie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256032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3383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groupe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Déploiement site par site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818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multi-sites activé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5321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Vue groupe Direction Générale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5824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Généralisation à horizon 2027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69080" y="4526280"/>
            <a:ext cx="27432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4526280"/>
            <a:ext cx="274320" cy="73152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A14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démonstration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4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conditions réelles.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947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minutes. Votre hôtel en exemple.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voyez vos propres équipements dans le système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pas une démo générique.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5120640"/>
            <a:ext cx="5303520" cy="1417320"/>
          </a:xfrm>
          <a:prstGeom prst="rect">
            <a:avLst/>
          </a:prstGeom>
          <a:solidFill>
            <a:srgbClr val="1A14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257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 Tchinda · Fondateur, GenTrack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wilfried.gtm@gmail.com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980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gentrack.africa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EDE5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2743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DDD5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</a:t>
            </a:r>
            <a:endParaRPr lang="en-US" sz="13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137160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donnée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déjà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vos hôtels.</a:t>
            </a:r>
            <a:endParaRPr lang="en-US" sz="2100" dirty="0"/>
          </a:p>
          <a:p>
            <a:pPr indent="0" marL="0">
              <a:buNone/>
            </a:pP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vous aide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6B5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voir.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5715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Wilfried Tchinda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Fondateur GenTrack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2026-09-23T15:28:05Z</dcterms:created>
  <dcterms:modified xsi:type="dcterms:W3CDTF">2026-09-23T15:28:05Z</dcterms:modified>
</cp:coreProperties>
</file>