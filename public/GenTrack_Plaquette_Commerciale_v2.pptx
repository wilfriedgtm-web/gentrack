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7132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des rondes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papier à une ronde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s'exploite.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640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WhatsApp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contexte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28016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0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2286000"/>
            <a:ext cx="384048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et appels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coordonner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329184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groupe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297680"/>
            <a:ext cx="384048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4663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GMAO sous-utilisée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trop complexe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5303520"/>
            <a:ext cx="457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5486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terrain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CONSTAT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47120" cy="1143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équipes terrain gèrent au quotidien via WhatsApp et cahiers.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GMAO, trop complexes, restent sous-utilisés — et donc peu alimentés.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94960" cy="411480"/>
          </a:xfrm>
          <a:prstGeom prst="rect">
            <a:avLst/>
          </a:prstGeom>
          <a:solidFill>
            <a:srgbClr val="3A2E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1031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2103120"/>
            <a:ext cx="566928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2103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GenTrack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5877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photos WhatsApp sans contexte ni structure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514600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5877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guidées, structurées, données enregistrées automatiquement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A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539496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46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incertain, impossible à prouver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172968"/>
            <a:ext cx="566928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2461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horodatés à la minute — traçables et vérifiables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A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9044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manuels sans synthèse ni analyse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3831336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39044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mensuel généré automatiquement + dashboard groupe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A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9704"/>
            <a:ext cx="539496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56285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pour savoir "si ça va" sur chaque site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4489704"/>
            <a:ext cx="5669280" cy="621792"/>
          </a:xfrm>
          <a:prstGeom prst="rect">
            <a:avLst/>
          </a:prstGeom>
          <a:solidFill>
            <a:srgbClr val="F9F6F1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456285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de tous vos sites en un clic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A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148072"/>
            <a:ext cx="5394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522122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terrain non exploitables par la direction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5148072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522122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basées sur des faits — pas des ressentis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5266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A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F0E8D8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9070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manque de données terrain génère des coûts d'exploitation importants : pannes non anticipées,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sans historique, budget maintenance construit à l'estime.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interfaces.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logique.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terrain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WhatsApp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technicien tape "saisie". Le bot guide équipement par équipement. Tout est enregistré en base — horodaté, structuré, exploitable. En 3 à 5 minutes depuis son téléphone.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148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Technique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80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en temps réel des rondes, pannes actives et alertes sur seuil. Le responsable reçoit les notifications WhatsApp et pilote son équipe sans courir derrière les informations.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01168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1488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Technique &amp; DG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80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consolidée multi-sites : conformité rondes, scoring par hôtel, MTTR groupe. Rapport mensuel PDF généré automatiquement. Des données brutes transformées en décisions.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63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chacun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102352"/>
            <a:ext cx="2743200" cy="1508760"/>
          </a:xfrm>
          <a:prstGeom prst="rect">
            <a:avLst/>
          </a:prstGeom>
          <a:solidFill>
            <a:srgbClr val="1A1411"/>
          </a:solidFill>
          <a:ln w="12700">
            <a:solidFill>
              <a:srgbClr val="1A14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5193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terrain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577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ronde guidée, pas de formulaire à remplir. Il sait quoi vérifier et dans quel ordre. Sa journée commence bien.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5102352"/>
            <a:ext cx="2743200" cy="1508760"/>
          </a:xfrm>
          <a:prstGeom prst="rect">
            <a:avLst/>
          </a:prstGeom>
          <a:solidFill>
            <a:srgbClr val="1A1411"/>
          </a:solidFill>
          <a:ln w="12700">
            <a:solidFill>
              <a:srgbClr val="1A14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5193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Technique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5577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l'alerte dès qu'un seuil est franchi. Il sait, sans appeler, que les rondes sont faites. Il gère les urgences, pas l'information.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5102352"/>
            <a:ext cx="2743200" cy="1508760"/>
          </a:xfrm>
          <a:prstGeom prst="rect">
            <a:avLst/>
          </a:prstGeom>
          <a:solidFill>
            <a:srgbClr val="1A1411"/>
          </a:solidFill>
          <a:ln w="12700">
            <a:solidFill>
              <a:srgbClr val="1A14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5193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Technique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577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page pour piloter tous ses sites. Il voit qui performe, qui décroche. Il peut répondre à la DG avec des chiffres, pas des impressions.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35440" y="5102352"/>
            <a:ext cx="2743200" cy="1508760"/>
          </a:xfrm>
          <a:prstGeom prst="rect">
            <a:avLst/>
          </a:prstGeom>
          <a:solidFill>
            <a:srgbClr val="1A1411"/>
          </a:solidFill>
          <a:ln w="12700">
            <a:solidFill>
              <a:srgbClr val="1A14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72600" y="5193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5577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mensuel automatique. Le parc d'équipements suivi. Les coûts de maintenance qui deviennent prévisibles.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minutes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voir comment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s'adapte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votre contexte.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46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démo personnalisée — vos types d'équipements,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problématiques, vos questions. Pas un pitch générique.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5897880"/>
            <a:ext cx="5120640" cy="777240"/>
          </a:xfrm>
          <a:prstGeom prst="rect">
            <a:avLst/>
          </a:prstGeom>
          <a:solidFill>
            <a:srgbClr val="221C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 Tchinda · Fondateur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63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wilfried.gtm@gmail.com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fait pendant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 30 minutes :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nous présentez vos équipements critiques et vos contraintes terrain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06324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154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simule une ronde WhatsApp avec vos types d'équipements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25196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343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montre à quoi ressemble votre dashboard et vos alertes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54406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5550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5532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évalue ensemble combien de temps ça prend à mettre en place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en production 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6400800"/>
            <a:ext cx="1645920" cy="27432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Azalaï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38160" y="6400800"/>
            <a:ext cx="1645920" cy="27432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Pullman Dakar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Noom Abidjan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2026-09-23T15:42:33Z</dcterms:created>
  <dcterms:modified xsi:type="dcterms:W3CDTF">2026-09-23T15:42:33Z</dcterms:modified>
</cp:coreProperties>
</file>